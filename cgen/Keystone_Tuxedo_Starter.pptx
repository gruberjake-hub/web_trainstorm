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Archetype A — frame. Intent: ORIENT — set stance and stakes before any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Archetype B — part-whole. Intent: INVENTORY — show a whole is made of known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Archetype C — one-to-many. Intent: DERIVE — one source authors many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Archetype D — ordered set. Intent: SEQUENCE — impose order or decision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Archetype E — correspondence. Intent: REASSURE — map what-you-see to what-happens.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Archetype F — provenance flow. Intent: TRACE — follow source of truth to 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Archetype G — path / sequence. Intent: COMMIT — a low-risk ordered way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502920" cy="14630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Keystone Tuxedo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starter deck — one archetype per slide.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palette block to rebrand · edit each slide block to retell.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B · PART–WHOLE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made of known parts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42032" cy="224028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50008"/>
            <a:ext cx="777240" cy="77724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2559863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2918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component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749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short supporting line.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01568" y="2057400"/>
            <a:ext cx="2542032" cy="224028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5888" y="2350008"/>
            <a:ext cx="777240" cy="77724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743" y="2559863"/>
            <a:ext cx="357530" cy="357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2918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component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7600" y="3749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short supporting line.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54496" y="2057400"/>
            <a:ext cx="2542032" cy="224028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28816" y="2350008"/>
            <a:ext cx="777240" cy="77724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671" y="2559863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32918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component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10528" y="3749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short supporting line.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07424" y="2057400"/>
            <a:ext cx="2542032" cy="224028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81744" y="2350008"/>
            <a:ext cx="777240" cy="77724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599" y="2559863"/>
            <a:ext cx="357530" cy="3575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3456" y="32918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component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63456" y="37490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short supporting line.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623560"/>
            <a:ext cx="146304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the point is: this thing is built from these specific pieces.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Keystone Tuxedo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C · ONE-TO-MANY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source, many outputs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 flipV="1">
            <a:off x="3474720" y="3108960"/>
            <a:ext cx="1737360" cy="274320"/>
          </a:xfrm>
          <a:prstGeom prst="line">
            <a:avLst/>
          </a:prstGeom>
          <a:noFill/>
          <a:ln w="19050">
            <a:solidFill>
              <a:srgbClr val="9AA1A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2651760" cy="91440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3108960"/>
            <a:ext cx="1737360" cy="274320"/>
          </a:xfrm>
          <a:prstGeom prst="line">
            <a:avLst/>
          </a:prstGeom>
          <a:noFill/>
          <a:ln w="19050">
            <a:solidFill>
              <a:srgbClr val="9AA1A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686800" y="2468880"/>
            <a:ext cx="2651760" cy="91440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2396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two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V="1">
            <a:off x="3474720" y="4114800"/>
            <a:ext cx="1737360" cy="365760"/>
          </a:xfrm>
          <a:prstGeom prst="line">
            <a:avLst/>
          </a:prstGeom>
          <a:noFill/>
          <a:ln w="19050">
            <a:solidFill>
              <a:srgbClr val="9AA1A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22960" y="4480560"/>
            <a:ext cx="2651760" cy="91440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three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4114800"/>
            <a:ext cx="1737360" cy="365760"/>
          </a:xfrm>
          <a:prstGeom prst="line">
            <a:avLst/>
          </a:prstGeom>
          <a:noFill/>
          <a:ln w="19050">
            <a:solidFill>
              <a:srgbClr val="9AA1A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686800" y="4480560"/>
            <a:ext cx="2651760" cy="91440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2396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four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3108960"/>
            <a:ext cx="1737360" cy="10058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20040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12080" y="3721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623560"/>
            <a:ext cx="146304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the point is: one stable thing generates everything downstream.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Keystone Tuxedo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D · ORDERED 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questions, in order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22576"/>
            <a:ext cx="777240" cy="77724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103" y="2532431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22677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41248" y="3246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this for?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audience first.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201168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2322576"/>
            <a:ext cx="777240" cy="77724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583" y="2532431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2677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681728" y="3246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goal?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81728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clear on the outcome.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29600" y="201168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22208" y="2322576"/>
            <a:ext cx="777240" cy="77724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063" y="2532431"/>
            <a:ext cx="357530" cy="3575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881360" y="22677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8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8522208" y="3246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format?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22208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it to the need.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617720"/>
            <a:ext cx="11064240" cy="91440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2960" y="4617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these and the fallback is to add more content. </a:t>
            </a:r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— not more useful.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Keystone Tuxedo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E · CORRESPONDENCE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see, and what happens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06324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677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EXPERIENCE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807208"/>
            <a:ext cx="457200" cy="45720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93065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7432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familiar step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08760" y="30632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in plain terms.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3557016"/>
            <a:ext cx="457200" cy="45720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368046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4930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familiar step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508760" y="38130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in plain terms.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68680" y="4306824"/>
            <a:ext cx="457200" cy="457200"/>
          </a:xfrm>
          <a:prstGeom prst="ellipse">
            <a:avLst/>
          </a:prstGeom>
          <a:solidFill>
            <a:srgbClr val="E3F0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430268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428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third familiar step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08760" y="45628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in plain terms.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2011680"/>
            <a:ext cx="5349240" cy="3063240"/>
          </a:xfrm>
          <a:prstGeom prst="rect">
            <a:avLst/>
          </a:prstGeom>
          <a:solidFill>
            <a:srgbClr val="22272E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583680" y="22677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UNDERNEATH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83680" y="280720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17"/>
          <p:cNvSpPr/>
          <p:nvPr/>
        </p:nvSpPr>
        <p:spPr>
          <a:xfrm>
            <a:off x="65836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223760" y="27706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matching mechanism, step one.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583680" y="355701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0"/>
          <p:cNvSpPr/>
          <p:nvPr/>
        </p:nvSpPr>
        <p:spPr>
          <a:xfrm>
            <a:off x="658368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22376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matching mechanism, step two.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583680" y="430682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3"/>
          <p:cNvSpPr/>
          <p:nvPr/>
        </p:nvSpPr>
        <p:spPr>
          <a:xfrm>
            <a:off x="65836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223760" y="4270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matching mechanism, step three.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solidFill>
            <a:srgbClr val="E3F0EE"/>
          </a:solidFill>
          <a:ln/>
        </p:spPr>
      </p:sp>
      <p:sp>
        <p:nvSpPr>
          <p:cNvPr id="31" name="Shape 26"/>
          <p:cNvSpPr/>
          <p:nvPr/>
        </p:nvSpPr>
        <p:spPr>
          <a:xfrm>
            <a:off x="548640" y="5257800"/>
            <a:ext cx="128016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Text 27"/>
          <p:cNvSpPr/>
          <p:nvPr/>
        </p:nvSpPr>
        <p:spPr>
          <a:xfrm>
            <a:off x="868680" y="5257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left is where people act.   </a:t>
            </a:r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is what keeps it all consistent.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Keystone Tuxedo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F · PROVENANCE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 to deliverables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approved source feeds every output — built once, kept aligned.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743200" cy="1554480"/>
          </a:xfrm>
          <a:prstGeom prst="rect">
            <a:avLst/>
          </a:prstGeom>
          <a:solidFill>
            <a:srgbClr val="22272E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approved source of truth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333756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069080" y="2788920"/>
            <a:ext cx="1783080" cy="155448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69080" y="2788920"/>
            <a:ext cx="178308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4233672" y="315468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33672" y="38862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same source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2788920"/>
            <a:ext cx="1783080" cy="155448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2788920"/>
            <a:ext cx="178308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6199632" y="315468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two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99632" y="38862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same source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001000" y="2788920"/>
            <a:ext cx="1783080" cy="155448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01000" y="2788920"/>
            <a:ext cx="178308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8165592" y="315468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three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65592" y="38862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same source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966960" y="2788920"/>
            <a:ext cx="1783080" cy="1554480"/>
          </a:xfrm>
          <a:prstGeom prst="rect">
            <a:avLst/>
          </a:prstGeom>
          <a:solidFill>
            <a:srgbClr val="F6F7F8"/>
          </a:solidFill>
          <a:ln w="12700">
            <a:solidFill>
              <a:srgbClr val="E4E7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966960" y="2788920"/>
            <a:ext cx="178308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1"/>
          <p:cNvSpPr/>
          <p:nvPr/>
        </p:nvSpPr>
        <p:spPr>
          <a:xfrm>
            <a:off x="10131552" y="3154680"/>
            <a:ext cx="1453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four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131552" y="38862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same source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8640" y="5623560"/>
            <a:ext cx="146304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B2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the point is: trace any deliverable back to one trusted origin.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Keystone Tuxedo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G · PATH FORWARD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low-risk way forward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15184" cy="2331720"/>
          </a:xfrm>
          <a:prstGeom prst="rect">
            <a:avLst/>
          </a:prstGeom>
          <a:solidFill>
            <a:srgbClr val="2D343C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377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what works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77647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valuable is discarded.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6432" y="2148840"/>
            <a:ext cx="2615184" cy="2331720"/>
          </a:xfrm>
          <a:prstGeom prst="rect">
            <a:avLst/>
          </a:prstGeom>
          <a:solidFill>
            <a:srgbClr val="2D343C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12464" y="2377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730752" y="32004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core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730752" y="377647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the stable foundation.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64224" y="2148840"/>
            <a:ext cx="2615184" cy="2331720"/>
          </a:xfrm>
          <a:prstGeom prst="rect">
            <a:avLst/>
          </a:prstGeom>
          <a:solidFill>
            <a:srgbClr val="2D343C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0256" y="2377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638544" y="32004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 few outputs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38544" y="377647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value before scaling.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72016" y="2148840"/>
            <a:ext cx="2615184" cy="2331720"/>
          </a:xfrm>
          <a:prstGeom prst="rect">
            <a:avLst/>
          </a:prstGeom>
          <a:solidFill>
            <a:srgbClr val="2D343C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28048" y="2377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546336" y="32004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aligned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546336" y="3776472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change process going forward.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the value of the work.  Improve the way it is used.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9AA1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rewriting.  More precision.  Better adoption.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Keystone Tuxedo — Starter</dc:title>
  <dc:subject>PptxGenJS Presentation</dc:subject>
  <dc:creator>Keystone Tuxedo</dc:creator>
  <cp:lastModifiedBy>Keystone Tuxedo</cp:lastModifiedBy>
  <cp:revision>1</cp:revision>
  <dcterms:created xsi:type="dcterms:W3CDTF">2026-06-03T17:59:26Z</dcterms:created>
  <dcterms:modified xsi:type="dcterms:W3CDTF">2026-06-03T17:59:26Z</dcterms:modified>
</cp:coreProperties>
</file>